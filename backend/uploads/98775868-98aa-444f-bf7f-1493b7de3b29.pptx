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8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17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04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1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76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6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4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7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39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D7DFE-D5A8-4BFE-9596-AD577DDBCF1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16549-816E-4498-87CE-BE158D821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6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" t="2700" r="1147" b="17186"/>
          <a:stretch/>
        </p:blipFill>
        <p:spPr>
          <a:xfrm>
            <a:off x="617220" y="3497580"/>
            <a:ext cx="5500551" cy="2995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0" t="4723" r="4735" b="14736"/>
          <a:stretch/>
        </p:blipFill>
        <p:spPr>
          <a:xfrm>
            <a:off x="6301740" y="3520440"/>
            <a:ext cx="4955721" cy="29935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2913" b="12712"/>
          <a:stretch/>
        </p:blipFill>
        <p:spPr>
          <a:xfrm>
            <a:off x="6278880" y="551906"/>
            <a:ext cx="5061857" cy="2717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1" t="13886" r="6667" b="17080"/>
          <a:stretch/>
        </p:blipFill>
        <p:spPr>
          <a:xfrm>
            <a:off x="708659" y="521567"/>
            <a:ext cx="5283709" cy="27184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5796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9" b="6250"/>
          <a:stretch/>
        </p:blipFill>
        <p:spPr>
          <a:xfrm>
            <a:off x="6256020" y="3543300"/>
            <a:ext cx="5196840" cy="29032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8523" r="4015" b="15114"/>
          <a:stretch/>
        </p:blipFill>
        <p:spPr>
          <a:xfrm>
            <a:off x="6210300" y="483229"/>
            <a:ext cx="5189220" cy="28543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1" t="11059" r="5733" b="11895"/>
          <a:stretch/>
        </p:blipFill>
        <p:spPr>
          <a:xfrm>
            <a:off x="617220" y="3520440"/>
            <a:ext cx="5387340" cy="29032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" t="5072" r="1543" b="17883"/>
          <a:stretch/>
        </p:blipFill>
        <p:spPr>
          <a:xfrm>
            <a:off x="624840" y="500098"/>
            <a:ext cx="5356860" cy="2837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222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0815" r="1789" b="10894"/>
          <a:stretch/>
        </p:blipFill>
        <p:spPr>
          <a:xfrm>
            <a:off x="677917" y="614855"/>
            <a:ext cx="5281454" cy="2664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" t="12575" r="1870" b="17363"/>
          <a:stretch/>
        </p:blipFill>
        <p:spPr>
          <a:xfrm>
            <a:off x="677917" y="3594539"/>
            <a:ext cx="5265684" cy="2601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" t="12292" r="2318" b="18632"/>
          <a:stretch/>
        </p:blipFill>
        <p:spPr>
          <a:xfrm>
            <a:off x="6274676" y="3610304"/>
            <a:ext cx="5139558" cy="26013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" t="12514" r="2318" b="17292"/>
          <a:stretch/>
        </p:blipFill>
        <p:spPr>
          <a:xfrm>
            <a:off x="6237977" y="599091"/>
            <a:ext cx="5176258" cy="2703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996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2225" r="2259" b="13950"/>
          <a:stretch/>
        </p:blipFill>
        <p:spPr>
          <a:xfrm>
            <a:off x="6222127" y="3539361"/>
            <a:ext cx="5349763" cy="28299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" t="12105" r="2497" b="9839"/>
          <a:stretch/>
        </p:blipFill>
        <p:spPr>
          <a:xfrm>
            <a:off x="567559" y="3578773"/>
            <a:ext cx="5402317" cy="27589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12219" r="2891" b="14192"/>
          <a:stretch/>
        </p:blipFill>
        <p:spPr>
          <a:xfrm>
            <a:off x="6274675" y="472967"/>
            <a:ext cx="5281449" cy="2827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" t="12333" r="2972" b="13608"/>
          <a:stretch/>
        </p:blipFill>
        <p:spPr>
          <a:xfrm>
            <a:off x="599090" y="472966"/>
            <a:ext cx="5370785" cy="2758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228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" t="11990" r="1946" b="13479"/>
          <a:stretch/>
        </p:blipFill>
        <p:spPr>
          <a:xfrm>
            <a:off x="6301741" y="480060"/>
            <a:ext cx="5128260" cy="27867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t="11869" r="2498" b="9838"/>
          <a:stretch/>
        </p:blipFill>
        <p:spPr>
          <a:xfrm>
            <a:off x="6256020" y="3589021"/>
            <a:ext cx="5151119" cy="26746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11984" r="2891" b="13251"/>
          <a:stretch/>
        </p:blipFill>
        <p:spPr>
          <a:xfrm>
            <a:off x="662940" y="3543300"/>
            <a:ext cx="5341620" cy="27203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" t="8571" r="3755" b="18545"/>
          <a:stretch/>
        </p:blipFill>
        <p:spPr>
          <a:xfrm>
            <a:off x="617220" y="449732"/>
            <a:ext cx="5326380" cy="27963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70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" t="3068" r="2665" b="5852"/>
          <a:stretch/>
        </p:blipFill>
        <p:spPr>
          <a:xfrm>
            <a:off x="6240780" y="3497580"/>
            <a:ext cx="5166360" cy="2935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8" t="3854" r="1876" b="5363"/>
          <a:stretch/>
        </p:blipFill>
        <p:spPr>
          <a:xfrm>
            <a:off x="731520" y="3520440"/>
            <a:ext cx="5394960" cy="2861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" t="4500" r="1743" b="5614"/>
          <a:stretch/>
        </p:blipFill>
        <p:spPr>
          <a:xfrm>
            <a:off x="798348" y="365761"/>
            <a:ext cx="5297652" cy="2948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8" t="2287" r="1684" b="5439"/>
          <a:stretch/>
        </p:blipFill>
        <p:spPr>
          <a:xfrm>
            <a:off x="6270736" y="381001"/>
            <a:ext cx="5159264" cy="2933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676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2" t="2503" r="2774" b="5391"/>
          <a:stretch/>
        </p:blipFill>
        <p:spPr>
          <a:xfrm>
            <a:off x="531628" y="425303"/>
            <a:ext cx="5479312" cy="2918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43" y="3642915"/>
            <a:ext cx="5443871" cy="28642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13375" b="1113"/>
          <a:stretch/>
        </p:blipFill>
        <p:spPr>
          <a:xfrm>
            <a:off x="425302" y="3471530"/>
            <a:ext cx="5521842" cy="288673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Group 6"/>
          <p:cNvGrpSpPr/>
          <p:nvPr/>
        </p:nvGrpSpPr>
        <p:grpSpPr>
          <a:xfrm>
            <a:off x="6138530" y="255183"/>
            <a:ext cx="5621078" cy="3195082"/>
            <a:chOff x="6201673" y="146956"/>
            <a:chExt cx="5865141" cy="3282043"/>
          </a:xfrm>
        </p:grpSpPr>
        <p:grpSp>
          <p:nvGrpSpPr>
            <p:cNvPr id="8" name="Group 7"/>
            <p:cNvGrpSpPr/>
            <p:nvPr/>
          </p:nvGrpSpPr>
          <p:grpSpPr>
            <a:xfrm>
              <a:off x="6201673" y="146956"/>
              <a:ext cx="5865141" cy="3282043"/>
              <a:chOff x="6201673" y="145822"/>
              <a:chExt cx="5765397" cy="3283178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6211956" y="145822"/>
                <a:ext cx="5753620" cy="320168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1050" b="1" i="1" dirty="0">
                    <a:solidFill>
                      <a:srgbClr val="FF0000"/>
                    </a:solidFill>
                  </a:rPr>
                  <a:t> Dosage : As directed by Physician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219635" y="157741"/>
                <a:ext cx="5745386" cy="346368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IP. PHARMACEUTICAL SIMPLE SYRUP………20ML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201673" y="3059625"/>
                <a:ext cx="5765397" cy="36937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100" b="1" dirty="0"/>
                  <a:t>Manufactured At: L205, Pharmaceutics Lab – VIVA Institute of Pharmacy, </a:t>
                </a:r>
                <a:r>
                  <a:rPr lang="en-IN" sz="1100" b="1" dirty="0" err="1"/>
                  <a:t>Shirgaon</a:t>
                </a:r>
                <a:r>
                  <a:rPr lang="en-IN" sz="1100" b="1" dirty="0"/>
                  <a:t>. </a:t>
                </a:r>
                <a:r>
                  <a:rPr lang="en-IN" sz="1100" b="1" dirty="0" err="1"/>
                  <a:t>Virar</a:t>
                </a:r>
                <a:r>
                  <a:rPr lang="en-IN" sz="1100" b="1" dirty="0"/>
                  <a:t>(E)</a:t>
                </a: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 flipV="1">
                <a:off x="6201955" y="3059625"/>
                <a:ext cx="5747435" cy="145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6410528" y="1021406"/>
                <a:ext cx="1614791" cy="55447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N" sz="1050" dirty="0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6410528" y="779528"/>
                <a:ext cx="1616465" cy="523978"/>
                <a:chOff x="6410528" y="779528"/>
                <a:chExt cx="1616465" cy="523978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6412202" y="779528"/>
                  <a:ext cx="1614791" cy="241877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IN" sz="1100" dirty="0"/>
                    <a:t>Ingredient                 </a:t>
                  </a:r>
                  <a:r>
                    <a:rPr lang="en-IN" sz="1100" dirty="0" err="1"/>
                    <a:t>Qty</a:t>
                  </a:r>
                  <a:endParaRPr lang="en-IN" sz="1100" dirty="0"/>
                </a:p>
              </p:txBody>
            </p:sp>
            <p:cxnSp>
              <p:nvCxnSpPr>
                <p:cNvPr id="24" name="Straight Connector 23"/>
                <p:cNvCxnSpPr>
                  <a:endCxn id="14" idx="3"/>
                </p:cNvCxnSpPr>
                <p:nvPr/>
              </p:nvCxnSpPr>
              <p:spPr>
                <a:xfrm flipV="1">
                  <a:off x="6410528" y="1298645"/>
                  <a:ext cx="1614791" cy="486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/>
              <p:cNvSpPr txBox="1"/>
              <p:nvPr/>
            </p:nvSpPr>
            <p:spPr>
              <a:xfrm>
                <a:off x="6410528" y="1011677"/>
                <a:ext cx="1598685" cy="26882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/>
                  <a:t>Sucrose                :13.34g</a:t>
                </a:r>
                <a:endParaRPr lang="en-IN" sz="105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410528" y="1330498"/>
                <a:ext cx="1536269" cy="26161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100" dirty="0"/>
                  <a:t>Purified Water     :20g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228499" y="1850714"/>
                <a:ext cx="1750828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/>
                  <a:t>Category : </a:t>
                </a:r>
                <a:r>
                  <a:rPr lang="en-IN" sz="1050" dirty="0"/>
                  <a:t>Sweeting agent</a:t>
                </a:r>
              </a:p>
              <a:p>
                <a:r>
                  <a:rPr lang="en-IN" sz="1050" b="1" dirty="0"/>
                  <a:t>Storage  :</a:t>
                </a:r>
                <a:r>
                  <a:rPr lang="en-IN" sz="1050" dirty="0"/>
                  <a:t> Store in well closed container &amp; away from Sunlight</a:t>
                </a:r>
              </a:p>
              <a:p>
                <a:r>
                  <a:rPr lang="en-IN" sz="1050" b="1" dirty="0"/>
                  <a:t>Direction : </a:t>
                </a:r>
                <a:r>
                  <a:rPr lang="en-IN" sz="1050" dirty="0"/>
                  <a:t>Shake well before use.</a:t>
                </a:r>
                <a:endParaRPr lang="en-IN" sz="1000" b="1" dirty="0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10018466" y="544991"/>
                <a:ext cx="1860834" cy="416282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000" b="1" dirty="0"/>
                  <a:t>Keep the medication out of reach of Children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9984701" y="954958"/>
                <a:ext cx="1517515" cy="113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b="1" dirty="0"/>
                  <a:t>Pack Size       :</a:t>
                </a:r>
                <a:r>
                  <a:rPr lang="en-IN" sz="1100" dirty="0"/>
                  <a:t> 20mL</a:t>
                </a:r>
              </a:p>
              <a:p>
                <a:r>
                  <a:rPr lang="en-IN" sz="1100" b="1" dirty="0"/>
                  <a:t>Batch No.      : </a:t>
                </a:r>
                <a:r>
                  <a:rPr lang="en-IN" sz="1100" dirty="0"/>
                  <a:t>E91</a:t>
                </a:r>
              </a:p>
              <a:p>
                <a:r>
                  <a:rPr lang="en-IN" sz="1100" b="1" dirty="0" err="1"/>
                  <a:t>Mfg</a:t>
                </a:r>
                <a:r>
                  <a:rPr lang="en-IN" sz="1100" b="1" dirty="0"/>
                  <a:t> Date       : </a:t>
                </a:r>
                <a:r>
                  <a:rPr lang="en-IN" sz="1100" dirty="0"/>
                  <a:t>12/25</a:t>
                </a:r>
              </a:p>
              <a:p>
                <a:r>
                  <a:rPr lang="en-IN" sz="1100" b="1" dirty="0" err="1"/>
                  <a:t>Exp</a:t>
                </a:r>
                <a:r>
                  <a:rPr lang="en-IN" sz="1100" b="1" dirty="0"/>
                  <a:t> Date        : </a:t>
                </a:r>
                <a:r>
                  <a:rPr lang="en-IN" sz="1100" dirty="0"/>
                  <a:t>12/27</a:t>
                </a:r>
              </a:p>
              <a:p>
                <a:r>
                  <a:rPr lang="en-IN" sz="1100" b="1" dirty="0"/>
                  <a:t>M.R.P.Rs        :</a:t>
                </a:r>
                <a:r>
                  <a:rPr lang="en-IN" sz="1100" dirty="0"/>
                  <a:t>110Rs</a:t>
                </a:r>
              </a:p>
              <a:p>
                <a:endParaRPr lang="en-IN" sz="1100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9992753" y="1900243"/>
                <a:ext cx="1964589" cy="54477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IN" sz="1000" dirty="0"/>
                  <a:t>Schedule:</a:t>
                </a:r>
              </a:p>
              <a:p>
                <a:r>
                  <a:rPr lang="en-IN" sz="1000" dirty="0"/>
                  <a:t>*</a:t>
                </a:r>
                <a:r>
                  <a:rPr lang="en-IN" sz="1000" b="1" dirty="0"/>
                  <a:t>H/H1/G/X/OTC (as per approval)</a:t>
                </a:r>
                <a:endParaRPr lang="en-IN" sz="10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948984" y="2438400"/>
                <a:ext cx="1977292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50" b="1" dirty="0"/>
                  <a:t>Storage Condition:</a:t>
                </a:r>
              </a:p>
              <a:p>
                <a:r>
                  <a:rPr lang="en-IN" sz="1050" dirty="0"/>
                  <a:t>Store in cool, dry place.</a:t>
                </a:r>
              </a:p>
              <a:p>
                <a:r>
                  <a:rPr lang="en-IN" sz="1050" dirty="0"/>
                  <a:t>Keep the container tightly closed</a:t>
                </a: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88" r="15226"/>
            <a:stretch>
              <a:fillRect/>
            </a:stretch>
          </p:blipFill>
          <p:spPr>
            <a:xfrm>
              <a:off x="8260862" y="519019"/>
              <a:ext cx="1664675" cy="2536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6747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943" y="3536590"/>
            <a:ext cx="5443871" cy="28642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13375" b="1113"/>
          <a:stretch/>
        </p:blipFill>
        <p:spPr>
          <a:xfrm>
            <a:off x="531628" y="3471531"/>
            <a:ext cx="5521842" cy="2886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t="2445" r="2900" b="4447"/>
          <a:stretch/>
        </p:blipFill>
        <p:spPr>
          <a:xfrm>
            <a:off x="6202325" y="382772"/>
            <a:ext cx="5387163" cy="3003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6" t="2990" r="2855" b="4756"/>
          <a:stretch/>
        </p:blipFill>
        <p:spPr>
          <a:xfrm>
            <a:off x="616688" y="404037"/>
            <a:ext cx="5380074" cy="29133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71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130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Mihir Shigvan</cp:lastModifiedBy>
  <cp:revision>14</cp:revision>
  <dcterms:created xsi:type="dcterms:W3CDTF">2026-02-18T18:11:26Z</dcterms:created>
  <dcterms:modified xsi:type="dcterms:W3CDTF">2026-02-24T08:05:42Z</dcterms:modified>
</cp:coreProperties>
</file>